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Recommended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first three tests to run, each with a hypothesis, primary metric, and a pre-agreed target. Built and QA'd by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legality &amp; trust block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of product viewers never add to cart.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Zero on-site legality copy in a monopoly market.</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of buyers are first time and new to private 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Answering "is it legal?" at the buy box (Danish import, Skatteverket, tax included) removes the top objection and lifts add to cart for new buyers.</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View to add to cart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to purchase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New visitor conversion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 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LEGALITY BLOCK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Cart drawer: delivery clarity</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of add to carts never begin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Delivery estimate is buried; "1-3 dagar" promise is broken.</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Free shipping is quietly Airmee-only, which confuses buyers.</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Elevating an honest 2-5 day delivery block with a chooseable day, plus tax-included and payment trust at checkout, recovers the cart to checkout leak.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Cart to begin checkout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Checkout completion</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Revenue per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Cart→CO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1,5-1,8M/qtr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CART CLARITY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 PDP: AOV ladder &amp; taste detail</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Boxes are 76% of revenue; avg box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 700 SEK+ tiers exist but sell in low volume.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Buyers cannot taste; 14% of complaints are about taste.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 tier ladder (6 / 12 XL / 12 Guld) with per bottle math and a per wine taste profile lifts order value and add to cart by removing the blind box risk.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Revenue per session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Average order value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Add to cart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 LADDER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Working With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You approve, we execute. Research through rollout, priced on the wins. Recent results from other clients.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